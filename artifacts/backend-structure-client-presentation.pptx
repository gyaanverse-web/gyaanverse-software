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Gyanverse Backend Structure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5FF"/>
                </a:solidFill>
              </a:rPr>
              <a:t>How we are building today and how we will hit target outcomes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4114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B3D"/>
                </a:solidFill>
              </a:rPr>
              <a:t>Architecture, Delivery Roadmap, Risk Controls, and KPI Targets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Tech stack: Fastify + TypeScript + Drizzle + PostgreSQL + Redis + BullMQ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Prepared for client review |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0241280" cy="438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1) Current backend structure and engineering approach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2) Request lifecycle, security model, and tenancy strategy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3) Database and infrastructure operating model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4) Current maturity: strengths, open gaps, and risks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5) 90-day target plan with milestones and measurable KPIs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</a:rPr>
              <a:t>6) Client decisions and support needed to accelerate delivery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Backend Landscape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3474720" cy="44805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C8D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1234440"/>
            <a:ext cx="3474720" cy="4480560"/>
          </a:xfrm>
          <a:prstGeom prst="roundRect">
            <a:avLst/>
          </a:prstGeom>
          <a:solidFill>
            <a:srgbClr val="EBFCFA"/>
          </a:solidFill>
          <a:ln w="12700">
            <a:solidFill>
              <a:srgbClr val="BBF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234440"/>
            <a:ext cx="3108960" cy="44805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7D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D"/>
                </a:solidFill>
              </a:rPr>
              <a:t>Runtime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301752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Fastify API server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Dedicated worker process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Environment-driven bootstrapping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Centralized error handling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A4"/>
                </a:solidFill>
              </a:rPr>
              <a:t>Business Modules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01752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Auth, Tenant, Membership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Class, Exam, Evaluation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Invite, Billing, Payment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Admin, Analytics,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</a:rPr>
              <a:t>Data + Infra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1828800"/>
            <a:ext cx="265176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Drizzle ORM + SQL migrations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PostgreSQL as source of truth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Redis for queue/async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Dockerized local stack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Are Doing Things (Engineering Pattern)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011680" cy="137160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2103120"/>
            <a:ext cx="2011680" cy="1371600"/>
          </a:xfrm>
          <a:prstGeom prst="chevron">
            <a:avLst/>
          </a:prstGeom>
          <a:solidFill>
            <a:srgbClr val="CFFAFE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2103120"/>
            <a:ext cx="2011680" cy="1371600"/>
          </a:xfrm>
          <a:prstGeom prst="chevron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2103120"/>
            <a:ext cx="2011680" cy="137160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103120"/>
            <a:ext cx="2377440" cy="1371600"/>
          </a:xfrm>
          <a:prstGeom prst="chevron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606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Routes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2606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Services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Data Access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Response + 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1088136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Each module follows the same pattern to reduce onboarding time and defects.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Business logic stays in service layer, keeping endpoints thin and maintainable.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Typed contracts (TypeScript + schema validation) improve reliability and speed.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Multi-Tenant Control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24128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D"/>
                </a:solidFill>
              </a:rPr>
              <a:t>Identity and session management with role-aware access and tenant-aware routing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101498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Authentication: session-based with credential and OTP support.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Authorization: global roles and tenant-level roles for scoped permissions.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Tenant Resolution: subdomain-first approach with development fallback.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Platform hardening: CORS, Helmet, cookies, and global rate-limiting.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Error strategy: standardized app and validation error responses.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Migrations, and Environment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5394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280160"/>
            <a:ext cx="512064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Current 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493776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Typed ORM workflow with migration history under source control.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PostgreSQL as transactional system of record.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Redis-backed worker channel prepared for async flows.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Config-driven runtime with strict environment checks.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Target Enhancements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475488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Add migration guardrails to reduce deployment risk.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Publish database index standards for high-traffic queries.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Implement backup/restore drills and schema rollback runbooks.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Expand queue usage for non-blocking background tasks.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Working Well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10149840" cy="438912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28800"/>
            <a:ext cx="9601200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Consistent module template keeps engineering velocity high.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Type-safe stack reduces integration defects between API and data model.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Security baseline already active across transport and request layers.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Multi-tenant design is built into middleware and membership model.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Clear split between API process and worker process supports scale.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55778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Outcome: strong foundation to scale features without rewriting core architecture.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Gaps and Risks to Address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097280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28800"/>
            <a:ext cx="1024128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Automated testing coverage is not yet at production target.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Background worker pipeline is prepared but not fully operational.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API documentation and integration playbooks need formalization.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Observability depth (trace, audit, and KPI dashboards) is still maturing.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Pagination and performance standards should be enforced consistently.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56235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Risk posture today: manageable, with high confidence once roadmap controls are delivered.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Delivery Framework (Next 90 Days)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3337560" cy="4206240"/>
          </a:xfrm>
          <a:prstGeom prst="rect">
            <a:avLst/>
          </a:prstGeom>
          <a:solidFill>
            <a:srgbClr val="EAF0FF"/>
          </a:solidFill>
          <a:ln w="12700">
            <a:solidFill>
              <a:srgbClr val="C8D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554480"/>
            <a:ext cx="3337560" cy="4206240"/>
          </a:xfrm>
          <a:prstGeom prst="rect">
            <a:avLst/>
          </a:prstGeom>
          <a:solidFill>
            <a:srgbClr val="EBFCFA"/>
          </a:solidFill>
          <a:ln w="12700">
            <a:solidFill>
              <a:srgbClr val="BEEF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1554480"/>
            <a:ext cx="3337560" cy="4206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D"/>
                </a:solidFill>
              </a:rPr>
              <a:t>Phase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1B3D"/>
                </a:solidFill>
              </a:rPr>
              <a:t>Stabilize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292608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Test foundation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Security hardening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API baseline docs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4"/>
                </a:solidFill>
              </a:rPr>
              <a:t>Phase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A5A4"/>
                </a:solidFill>
              </a:rPr>
              <a:t>Scale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92608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Queue workflows live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Performance tuning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Tenant safeguards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Phase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Optimize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92440" y="2560320"/>
            <a:ext cx="292608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Observability dashboard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Release automation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Operational readiness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We Will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0"/>
            <a:ext cx="539496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7880" y="1280160"/>
            <a:ext cx="539496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D"/>
                </a:solidFill>
              </a:rPr>
              <a:t>Engineering KPIs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84632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Automated test coverage &gt; 70%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Critical API error rate &lt; 1%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P95 latency &lt; 300ms on priority endpoints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Deployment rollback readiness validated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Business-Facing KPIs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484632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Faster feature turnaround per sprint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Improved platform reliability for institutes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Reduced support incidents tied to backend defects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Transparent monthly status with trend charts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Alignment Needed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1033272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Confirm milestone acceptance criteria for each phase.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Prioritize top 5 business-critical API workflows for KPI tracking.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Approve security/compliance checklist for production go-live.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Nominate business and technical reviewers for bi-weekly demos.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Agree on release window and change freeze protocol.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5440680"/>
            <a:ext cx="1033272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650992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3D"/>
                </a:solidFill>
              </a:rPr>
              <a:t>Decision requested: approve 90-day framework so execution can begin immediately.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Backend Program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1B3D"/>
          </a:solidFill>
          <a:ln w="12700">
            <a:solidFill>
              <a:srgbClr val="0E1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55480" y="301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DE5FF"/>
                </a:solidFill>
              </a:rPr>
              <a:t>Client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828800"/>
            <a:ext cx="81381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4688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B3D"/>
                </a:solidFill>
              </a:rPr>
              <a:t>Questions and Discussion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We are ready to proceed with milestone-based execution.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Gyanverse Engineering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Gyanverse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Gyanverse Backend Structure and Target Delivery Plan</dc:title>
  <dc:subject>Backend Architecture and Delivery Plan</dc:subject>
  <dc:creator>Gyanverse Engineering</dc:creator>
  <cp:lastModifiedBy>Gyanverse Engineering</cp:lastModifiedBy>
  <cp:revision>1</cp:revision>
  <dcterms:created xsi:type="dcterms:W3CDTF">2026-04-26T09:20:13Z</dcterms:created>
  <dcterms:modified xsi:type="dcterms:W3CDTF">2026-04-26T09:20:13Z</dcterms:modified>
</cp:coreProperties>
</file>