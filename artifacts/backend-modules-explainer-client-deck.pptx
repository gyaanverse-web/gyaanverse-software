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668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1042416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839816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0B1F3A"/>
                </a:solidFill>
              </a:rPr>
              <a:t>Gyanverse</a:t>
            </a:r>
            <a:r>
              <a:rPr lang="en-US" sz="4400" b="1" dirty="0">
                <a:solidFill>
                  <a:srgbClr val="0B1F3A"/>
                </a:solidFill>
              </a:rPr>
              <a:t> Core Modules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64748B"/>
                </a:solidFill>
              </a:rPr>
              <a:t>Vescavia</a:t>
            </a:r>
            <a:r>
              <a:rPr lang="en-US" sz="900" dirty="0">
                <a:solidFill>
                  <a:srgbClr val="64748B"/>
                </a:solidFill>
              </a:rPr>
              <a:t>|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To Read This Deck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241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Each card explains one backend module.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Purpose: what business problem it solves.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Simple use: one real scenario </a:t>
            </a:r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Together, these modules form the full coaching platform backbone.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64748B"/>
                </a:solidFill>
              </a:rPr>
              <a:t>Gyanverse</a:t>
            </a:r>
            <a:r>
              <a:rPr lang="en-US" sz="900" dirty="0">
                <a:solidFill>
                  <a:srgbClr val="64748B"/>
                </a:solidFill>
              </a:rPr>
              <a:t> Module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 Access and Organization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Auth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4904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Handles sign-in, sessions, OTP, and identity verification.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User logs in with phone/email and gets access to the platform.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62272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Tenant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62272" y="14904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Manages coaching institute identity and tenant-level settings.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62272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Create a new coaching and route users into the right institute.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09728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19872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Membership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19872" y="14904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Controls who belongs to a coaching and with what role.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19872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Student joins a coaching using a join code.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2990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Invite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2735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Sends and tracks invites for teachers and members.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840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Owner invites a teacher to join the coaching.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88036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62272" y="2990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Class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62272" y="32735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Creates and manages batches/classes and enrollments.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62272" y="3840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Teacher creates Class 10 batch and adds students.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Gyanverse Module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and Assessment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Exam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4904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Creates test definitions, papers, and schedules.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Coaching publishes a weekly mock test for a class.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62272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Exam Session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62272" y="14904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Runs individual student test attempts and timing state.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62272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Student starts exam at 4:00 PM and submits before timeout.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09728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19872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19872" y="14904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Scores submissions and stores result breakdowns.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19872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System auto-checks answers and generates marks section-wise.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2990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Report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2735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Builds progress reports for students, classes, and exams.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840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Teacher views monthly performance report for each student.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88036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62272" y="2990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Analytics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62272" y="32735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Produces trend metrics, funnels, and performance insights.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62272" y="3840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Owner sees pass rate trend and attendance-performance correlation.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Gyanverse Module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Operations, Revenue, and Platform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Notification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4904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Delivers alerts and reminders across channels.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Students receive reminder 1 hour before exam starts.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62272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Billing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62272" y="14904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Applies subscription plan rules and usage limits.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62272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Free plan blocks creating more classes after plan limit.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09728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19872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Payment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19872" y="14904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Processes subscription payments and webhook confirmations.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19872" y="2057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Owner upgrades plan and payment status updates automatically.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2990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2735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Stores and serves files like documents and media.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840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Teacher uploads question PDF and it is linked to exam.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880360"/>
            <a:ext cx="36118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62272" y="2990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Admin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62272" y="32735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Provides platform-level oversight and control tools.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62272" y="3840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Simple use: Super admin reviews tenant health and disables abuse accounts.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Gyanverse Module Overview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Flow in One 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56616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26280" y="1280160"/>
            <a:ext cx="35661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21040" y="1280160"/>
            <a:ext cx="301752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627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Identity + Access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627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Learning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41080" y="1627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</a:rPr>
              <a:t>Business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Identity + Access: Auth, Tenant, Membership, Invite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Learning Engine: Class, Exam, Exam Session, Evaluation, Report, Analytics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Business Engine: Billing, Payment, Notification, Storage, Admin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Gyanverse Module Overview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" y="1371600"/>
            <a:ext cx="104241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82880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Clear module boundaries mean faster development and easier scaling.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Each module maps directly to a client-visible business capability.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This structure reduces risk when adding new features in future phases.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The platform can grow institute-by-institute without architecture rewrites.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5836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Gyanverse Backend Module Architecture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520</Words>
  <Application>Microsoft Office PowerPoint</Application>
  <PresentationFormat>Widescreen</PresentationFormat>
  <Paragraphs>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Gyanverse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Gyanverse Backend Modules - Purpose and Simple Use</dc:title>
  <dc:subject>Backend Module Explainer</dc:subject>
  <dc:creator>Gyanverse Engineering</dc:creator>
  <cp:lastModifiedBy>121ID1081 (SAFDAR ALI NIAZI)</cp:lastModifiedBy>
  <cp:revision>2</cp:revision>
  <dcterms:created xsi:type="dcterms:W3CDTF">2026-04-26T09:24:32Z</dcterms:created>
  <dcterms:modified xsi:type="dcterms:W3CDTF">2026-04-26T09:46:25Z</dcterms:modified>
</cp:coreProperties>
</file>